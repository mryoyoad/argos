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thesis sentence verbatim, then the three questions of the talk. Context for Amosi: I hand over soon (3 workdays this week + 4 in early August); this session is the continuation decision, not a status meeting. The handover one-liner is deliberate: product works and is deployed; the model underneath is prototype-grade; the client meeting gave us a concrete path to 'continue'. Everything today hangs off those three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Prompt: 'all of this is live in production, not slideware.' Canonical source: docs/evaluation/after_amosi_audit.md. MBR consensus is the displayed output since May 2 (blind-judge useful rate 68.4-&gt;71.1% on 1,497 segments, paired McNemar p=0.0002; WER 64.05-&gt;63.84; IS 2.532-&gt;2.547). Trust gate at &gt;=30% green words: 65.2% recall of useful segments at 5.6% false-positive rate (precision 95.6%, 630 segments trusted). Phonetic substitution ships only dual-engine-agreed word fixes (2 on the client set, both real script words). Guessing-game package: 412 MB zip shipped Jul 16, QA 14/14 streams, leak greps all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Amosi missed this meeting - 90-second replay of what was on the wall (client side: Altman + Shier, ~1 hour). We showed the full evaluation of their own 21 conversations: per-video reports, subtitle videos, and the confidence story. The three proof points are the same trio the July 13 deck carried: best video (img_6825) 3 of 4 turns understood with the plot recoverable; self-flagged confident subset 70–92% useful (70% keeping top 10%, 92% keeping 3%); and capture conditions dominating everything downstream - expanded on the capture-chain slide. Vibe: supportive, not yet convinced; I stayed confident. Source: docs/evaluation/egla_kafe/findings.md.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Their posture in one line: engaged and rooting for it, but not yet convinced by the raw output - their words: usable but requires sitting down and analyzing; scattered correct bits. They accepted the screen-recording explanation without pushback and worried their camera is too weak; I reassured them full HD with enough mouth pixels is fine. Agreed: they adopt the capture protocol, we run the guessing game (shipped Jul 16, hypothesis-only, no feedback yet), then a filming round 2. A follow-up client meeting still needs a date - that lands on whoever continues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Told to the client openly and accepted: their footage was ruined by HOW it was captured - screen recordings of the viewer app (odd sizes like 1258×696, 3–4 Mbps, UI chrome baked into pixels) - not by their camera. Same scene: iPhone IS 1.51 vs screen-rec 0.88 (p=2.3e-05); clearly conveyed 13.7% vs 0.8%. The ablation kills the resolution excuse: 4K/2K/1080p paired on 175 segments, IS 1.554/1.505/1.564/1.586, every test n.s. - the pipeline warps every mouth to ~45 px in a 96×96 crop. Biggest measured effect was the second lossy encode. Frontality is the other real lever (IS 1.62 front vs 1.03 at 45°). This slide doubles as the round-2 filming spec; the viewer app has zoom, so original exports may even make a re-shoot unnecessary. Sources: docs/evaluation/egla_kafe/resolution_ablation.md, docs/evaluation/egla_kafe/findings.md.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envelope, stated before anyone else states it: gist-level comprehension with scattered correct bits, real analyst effort required. Cold-read rates from our own guessing-game answer key: 33–56% of turns land (per video); green common nouns ~82% correct but only ~10% coverage; names and places 0% recovered and dangerously confident when fabricated ('Abu dhabi' at 0.997). Roughly half the segments carry useful content (NIV-Y+P 61.9%, salvage-adjusted ~62%); hallucination still hits 20.5% of segments. Prompt: this honesty is exactly why the next slide - the persuasion plan -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the decision case. Step 2 'realistic settings' as the client described: two people talking naturally, filmed from a distance, simple camera, longer sentences, direct exports - they defer to our judgment on specifics. Step 3: emotional impact over literal usefulness; cherry-picking is acceptable in their culture. Step 4 is the payoff: our management wants a client saying 'it works well' before continuing - the client explicitly offered to talk to our management directly, to keep investing time in tests, filming and feedback, and possibly small money (not heavy - they avoid funding politics). Prompt: the client volunteered to be exactly the voice our bosses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asks came from the client in the meeting. Word subsets: a genuinely good idea we have NOT built - be precise with Amosi. The only decode-time injection we measured (topic labels, 284 segments) made things worse: WER 86.6-&gt;87.6 and 24% of outputs echoed the instruction, because the model is QLoRA-locked to a fixed prompt. Two honest routes: constrained beam decoding / logit biasing (engineering, no code exists, testable), or vocab-conditioned fine-tuning, which rides the Llama-3.1 + 20K-segment bet. Arabic: AV-HuBERT is ~80% language-agnostic; retrain k-means (an Arabic k-means artifact already exists), swap in an Arabic-capable LLM (Jais/AceGPT/Llama-3 - with the caveat that multilingual pretraining can hurt VSR), retrain the Q-Former bridge. Real bottleneck: no Arabic LRS3-scale corpus - scraping is manageable but is the long pole. Framing precedent: 'roadmap mapped, work not started, 2–3 months from green-light.' Sources: docs/prompts/topic_label_experiment.md, docs/paper/arabic-vsp-adaptation.md.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slide: what we spent effort on and shut down. Decode-parameter tuning: 13 experiments (A–M); baseline beam=20/lenpen=0 most robust; the best alternative bought +0.08 IS at +13% hallucinations. LoRA fine-tuning on 1,273 segments: IS fell 2.487 → 2.312 (r=16) → 2.023 (r=64) with empty outputs 7.1% → 26.8% - a data-scale problem, not capacity; the honest requirement is 20K–50K segments plus a stronger LLM. xseg_merge shipped as a silent no-op (0 neighbors on all 1,497); simulated fixed, it breaks ~10.7 segments for every one it fixes - retired. Span-level substitution broke twice what it fixed (149F/303B, p≈4e-13 in the wrong direction) - only the word-level dual-engine arm shipped.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neutral - no recommendation on the slide; mine is delivered verbally here. DRAFT finish-vs-transfer split for my 7 remaining workdays (edit live): FINISH - guessing-game feedback intake, scheduling the next client meeting, M4.1 confidence calibration if a GPU day is available, handover polish. TRANSFER - executing the Llama-3.1 migration (code ready, smoke-tested; blocked on LRS3 sourcing + p4d.24xlarge quota, ~$300 and ~10h when unblocked; swap alone ~1–2pp WER, the real unlock is context injection + domain-data scaling), the three 5-day briefs, filming round 2, Arabic scoping. Demand signal for the scale card: a second interested group already handed over ~100 hours of real footage (Q2 summary).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succession is prepared, not aspirational. docs/guides/project-handover-july2026.md carries system state, deployment doctrine, client commitments, open bets, traps, and a scripted first week (read the docs in order, run the 37-test suite, one video end-to-end, learn the overlay sync, own the client follow-ups). Three onboarding-sized 5-day project briefs are written and estimated: M15 video-quality pre-filter (high value, no dependencies - the intended ramp project), M12 multi-speaker (client-requested), M4.2 signal-additivity. The client-eval pipeline re-runs on any new footage in days, not weeks - whoever takes over can repeat the Egla-Kafe evaluation on round-2 footage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'just buy a better camera' pushback. Paired sweep, same 175 segments per arm, byte-identical segmentation, decode identical. Native 4K mouths are only 55–68 px (one subject 104 px); 1080p mouths 30–33 px get mildly upsampled toward the ~45 px canonical scale - which is why resolution washes out, and 4K's extra pixels are discarded at input. The model's own mean word probability is 0.40 at every resolution. Re-encoding once (control arm) cost as much IS as discarding 75% of pixels. Frontality is the lever that survives: front IS 1.62 vs 1.03 at 45° (p=2e-03). Source: docs/evaluation/egla_kafe/resolution_ablation.md.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client's ask maps to Report 3 Strategy 3 (vocabulary constraints) - proposed in February, never implemented. The measured neighbor experiment: injecting topic labels on the 284 domain-confused segments made WER worse (86.6→87.6) and 24% of outputs echoed the instruction text instead of transcribing - the QLoRA fine-tune locked the model to one prompt format and extra tokens shift visual features into positions the mapping never saw. Mislabeled topics cost up to -10.3pp. So: route 1 modifies the beam search itself (penalize/boost wordlist tokens - clean engineering experiment, unbuilt); route 2 bakes vocab conditioning into fine-tuning, which needs the Llama-3.1 migration plus 20K+ segments. Sources: docs/prompts/report_3_prompt_engineering.md §3.3, docs/prompts/topic_label_experiment.md.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Lip/jaw geometry is largely universal, so the frozen AV-HuBERT encoder plus Arabic-retrained downstream is a viable first attempt (subtle gap: Arabic emphatics were never learned). Concretely: retrain k-means on Arabic audio (an arabic_flat_kmeans_200.bin artifact already exists), swap the LLM for an Arabic-capable model (Jais, AceGPT, multilingual Llama-3 - caveat: heavy multilingual pretraining measurably hurt VSR when we compared LLMs), retrain the Q-Former bridge + LoRA on Arabic pairs. The long pole is data: no Arabic LRS3 equivalent exists; broadcast/YouTube collection is manageable but real work. Phased plan and 2–3-month estimate: docs/paper/arabic-vsp-adaptation.md. Open question for the client: which Arabic (MSA / Levantine / Egyptian / Gulf).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0020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 working product, deployed at a client, on a prototype-grade model - and the client has offered the path to continuation.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617720"/>
            <a:ext cx="1109167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00B4D8"/>
                </a:solidFill>
                <a:latin typeface="Calibri"/>
              </a:rPr>
              <a:t>What’s proven   ·   What the client agreed to   ·   What continuation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Argos  ·  internal continuation review  ·  July 2026</a:t>
            </a:r>
          </a:p>
        </p:txBody>
      </p:sp>
      <p:pic>
        <p:nvPicPr>
          <p:cNvPr id="6" name="Picture 5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Proven and shipped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Consensus decoding -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Judge-useful 71.1% vs 68.4%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WER 63.8  (top-1: 64.1)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1,497 wild segments · p = 0.0002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46304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57276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Trust gate + word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01168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≥30% green → 65.2% recall, 5.6% FPR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78892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word colors in every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Phonetic substitution -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2 corrections shipped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figured → forgot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dual-engine agreement arm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56616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67588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Guessing game · Jul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11480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7 videos, hypothesis-only, audio stripped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89204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zero leaks · awaiting their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All four live in production · IS 2.547 vs 2.532 · sources in notes.</a:t>
            </a:r>
          </a:p>
        </p:txBody>
      </p:sp>
      <p:pic>
        <p:nvPicPr>
          <p:cNvPr id="21" name="Picture 20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Mid-July client meeting - what we showed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12064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Their footage,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754880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21 conversations · reports + subtitle videos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12064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90672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Capability on good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4754880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Best video: 3 of 4 turns understood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512064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53712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It knows when it’s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4754880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Confident subset 70–92% useful</a:t>
            </a:r>
          </a:p>
        </p:txBody>
      </p:sp>
      <p:pic>
        <p:nvPicPr>
          <p:cNvPr id="13" name="Picture 12" descr="ek_best_vs_wor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029200" cy="34968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516636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Their footage: best vs worst conditions</a:t>
            </a:r>
          </a:p>
        </p:txBody>
      </p:sp>
      <p:pic>
        <p:nvPicPr>
          <p:cNvPr id="15" name="Picture 14" descr="White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Where the client landed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Their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54480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Supportive, not yet convinced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wants it to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53512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53512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Agreed in the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953512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Capture protocol + re-shoot · guessing game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52544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52544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FFD54F"/>
                </a:solidFill>
                <a:latin typeface="Calibri"/>
              </a:rPr>
              <a:t>Delivered since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352544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Guessing-game package Jul 16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no feedback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In the room: “hard to tell it works unless you know the topic.”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Why their footage failed - the filming spec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E06C75"/>
                </a:solidFill>
                <a:latin typeface="Calibri"/>
              </a:rPr>
              <a:t>Screen recordings - not their camera.   4K = 2K = 1080p  (175 pairs, n.s.)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120640" cy="1078992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59152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1 · Framing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47548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Mouth ≥100 px in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02152"/>
            <a:ext cx="5120640" cy="1078992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75304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2 · Original file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05072"/>
            <a:ext cx="47548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Never screen-record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18304"/>
            <a:ext cx="5120640" cy="1078992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91456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3 · Resolution last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21224"/>
            <a:ext cx="47548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Full HD suffices</a:t>
            </a:r>
          </a:p>
        </p:txBody>
      </p:sp>
      <p:pic>
        <p:nvPicPr>
          <p:cNvPr id="14" name="Picture 13" descr="ek_iphone_vs_c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4754880" cy="3306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5669280"/>
            <a:ext cx="5394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iPhone vs screen-recorded camera - clear turns 13.7% vs 0.8% (17×)</a:t>
            </a:r>
          </a:p>
        </p:txBody>
      </p:sp>
      <p:pic>
        <p:nvPicPr>
          <p:cNvPr id="16" name="Picture 15" descr="White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it actually delivers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8581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It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417320"/>
            <a:ext cx="538581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E06C75"/>
                </a:solidFill>
                <a:latin typeface="Calibri"/>
              </a:rPr>
              <a:t>It does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85816" cy="17373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Gist-level comprehension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005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Cold read: 33–56% of turns 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guessing-game answer key, per video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920240"/>
            <a:ext cx="5385816" cy="17373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02996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E06C75"/>
                </a:solidFill>
                <a:latin typeface="Calibri"/>
              </a:rPr>
              <a:t>Names and places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468880"/>
            <a:ext cx="502005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0% recovered - confident fabrications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200400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“Abu dhabi” at 0.997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5385816" cy="17373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Trustable green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502005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Green common nouns ~82% 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~10% of words are green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794760"/>
            <a:ext cx="5385816" cy="17373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90448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E06C75"/>
                </a:solidFill>
                <a:latin typeface="Calibri"/>
              </a:rPr>
              <a:t>Unattended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343400"/>
            <a:ext cx="502005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Analyst effort required - ~half of segments useful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5074920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hallucination in 20.5% of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“Useful” ≠ “automatic” - NIV useful 61.9% · judge-useful 71.1%.</a:t>
            </a:r>
          </a:p>
        </p:txBody>
      </p:sp>
      <p:pic>
        <p:nvPicPr>
          <p:cNvPr id="23" name="Picture 22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path the client proposed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430018" cy="3063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210083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1 · Guessing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97480"/>
            <a:ext cx="210083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Shipped - awaiting their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6946" y="2926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AAAAAA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5858" y="1600200"/>
            <a:ext cx="2430018" cy="3063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450" y="1737360"/>
            <a:ext cx="210083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2 · Filming round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450" y="2697480"/>
            <a:ext cx="210083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Long sentences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Framing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File exports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4164" y="2926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AAAAA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3076" y="1600200"/>
            <a:ext cx="2430018" cy="3063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1737360"/>
            <a:ext cx="210083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3 · Wow reel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7668" y="2697480"/>
            <a:ext cx="210083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Cherry-picked - for their bosses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1382" y="2926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AAAAA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0294" y="1600200"/>
            <a:ext cx="2430018" cy="3063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4886" y="1737360"/>
            <a:ext cx="210083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4 · Their 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4886" y="2697480"/>
            <a:ext cx="210083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“We need this - continue”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10916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Their offer: direct line to our bosses + ongoing tests, footage, feedback - possibly small budget.</a:t>
            </a:r>
          </a:p>
        </p:txBody>
      </p:sp>
      <p:pic>
        <p:nvPicPr>
          <p:cNvPr id="20" name="Picture 19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Two new technical asks from the 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85816" cy="3566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00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A · Predetermined word subsets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0056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Anchor a wordlist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Prompting tested: worse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Route 1: constrained decode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Route 2: vocab fine-tune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topic labels: WER 86.6→87.6 · 24% echo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00200"/>
            <a:ext cx="5385816" cy="3566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737360"/>
            <a:ext cx="50200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B · Arabic 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560320"/>
            <a:ext cx="5020056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~80% of stack carries over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Retrain k-means + LLM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Bottleneck: Arabic corpus</a:t>
            </a:r>
          </a:p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2–3 months from green-light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457200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ask: which Arabic - MSA / Levantine / Gulf?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0644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Neither is promised - both are scoped · detail in backup slides.</a:t>
            </a:r>
          </a:p>
        </p:txBody>
      </p:sp>
      <p:pic>
        <p:nvPicPr>
          <p:cNvPr id="13" name="Picture 12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did not work - closed bets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E06C75"/>
                </a:solidFill>
                <a:latin typeface="Calibri"/>
              </a:rPr>
              <a:t>Decode-param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0876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13 experiments - baseline wins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best alt: +13% hallucinations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E06C75"/>
                </a:solidFill>
                <a:latin typeface="Calibri"/>
              </a:rPr>
              <a:t>Small-data LoRA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60604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1,273 segments overfit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real need: 20K–50K + stronger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E06C75"/>
                </a:solidFill>
                <a:latin typeface="Calibri"/>
              </a:rPr>
              <a:t>xseg_merge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0332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Silent no-op; wired, it breaks 1 : 10.7 - retired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E06C75"/>
                </a:solidFill>
                <a:latin typeface="Calibri"/>
              </a:rPr>
              <a:t>Span substitution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0060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149 fixed / 303 broken on wild data - NO-GO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8932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Each closed with data and documented - the successor never re-runs these.</a:t>
            </a:r>
          </a:p>
        </p:txBody>
      </p:sp>
      <p:pic>
        <p:nvPicPr>
          <p:cNvPr id="17" name="Picture 1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continuation requires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7 lead workdays remain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finish vs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draft split in notes · successor unstaffed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46304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57276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01168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Filming round 2 (client) · LRS3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78892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LRS3 blocks the Llama-3.1 bet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Llama-3.1 ready - needs p4d quota (~$300, ~10h)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M4.1 calibration: ~1 GPU-day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566160"/>
            <a:ext cx="5385816" cy="19202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675888"/>
            <a:ext cx="50200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114800"/>
            <a:ext cx="502005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Continue at what level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open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892040"/>
            <a:ext cx="5020056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second group waiting: ~100h footage handed 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Decision owner: Amosi - discussion, not a pitch.</a:t>
            </a:r>
          </a:p>
        </p:txBody>
      </p:sp>
      <p:pic>
        <p:nvPicPr>
          <p:cNvPr id="21" name="Picture 20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Handover - where everything lives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Handover 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54480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First-week checklist scripted - docs/guides/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53512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53512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Ready-to-assign briefs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953512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3 × 5-day: quality pre-filter,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multi-speaker, additivity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52544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52544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FFD54F"/>
                </a:solidFill>
                <a:latin typeface="Calibri"/>
              </a:rPr>
              <a:t>Working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352544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Deployed container · client eval re-runs in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Nothing lives only in my head.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10916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AAAAAA"/>
                </a:solidFill>
                <a:latin typeface="Calibri"/>
              </a:rPr>
              <a:t>Backup</a:t>
            </a:r>
          </a:p>
        </p:txBody>
      </p:sp>
      <p:pic>
        <p:nvPicPr>
          <p:cNvPr id="4" name="Picture 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Backup · resolution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Every mouth is warped to ~45 px in a 96×96 crop</a:t>
            </a:r>
          </a:p>
        </p:txBody>
      </p:sp>
      <p:pic>
        <p:nvPicPr>
          <p:cNvPr id="5" name="Picture 4" descr="resolution_metrics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5577840" cy="239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434840"/>
            <a:ext cx="5577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IS / WER per condition</a:t>
            </a:r>
          </a:p>
        </p:txBody>
      </p:sp>
      <p:pic>
        <p:nvPicPr>
          <p:cNvPr id="7" name="Picture 6" descr="resolution_mouthpx_vs_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4846320" cy="2920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95604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Mouth px vs quality delta - no cliff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IS 1.554 / 1.505 / 1.564 / 1.586  (4K / re-encode / 2K / 1080p) - all n.s.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Biggest measured effect: the second lossy encode</a:t>
            </a:r>
          </a:p>
        </p:txBody>
      </p:sp>
      <p:pic>
        <p:nvPicPr>
          <p:cNvPr id="10" name="Picture 9" descr="WhiteLog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B1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Backup · word subsets - evidence and routes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0876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19% of segments (284)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domain-vocab confusion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E06C75"/>
                </a:solidFill>
                <a:latin typeface="Calibri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60604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Topic labels: WER 86.6 → 87.6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24% instruction echo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Route 1 - decoding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0332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Constrained beam / logit bias - no code 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Route 2 -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0060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Vocab-conditioned fine-tune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Llama 3.1 + 20K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8932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Prompting alone cannot fix domain vocabulary - the model is prompt-locked.</a:t>
            </a:r>
          </a:p>
        </p:txBody>
      </p:sp>
      <p:pic>
        <p:nvPicPr>
          <p:cNvPr id="17" name="Picture 1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B2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Backup · Arabic - what it 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Transfers (~80%)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0876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AV-HuBERT visual stack is language-agnostic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Must retrain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60604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k-means (artifact exists) · Arabic LLM ·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E06C75"/>
                </a:solidFill>
                <a:latin typeface="Calibri"/>
              </a:rPr>
              <a:t>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0332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No Arabic LRS3-scale corpus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collection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091672" cy="9601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20624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FFD54F"/>
                </a:solidFill>
                <a:latin typeface="Calibri"/>
              </a:rP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00600"/>
            <a:ext cx="6245352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2–3 months from green-light</a:t>
            </a:r>
            <a:br/>
            <a:r>
              <a:rPr sz="2400" b="0" i="0">
                <a:solidFill>
                  <a:srgbClr val="FFFFFF"/>
                </a:solidFill>
                <a:latin typeface="Calibri"/>
              </a:rPr>
              <a:t>ask: which dialect?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89320"/>
            <a:ext cx="9994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Same data-scale reality that closed the English fine-tuning bets.</a:t>
            </a:r>
          </a:p>
        </p:txBody>
      </p:sp>
      <p:pic>
        <p:nvPicPr>
          <p:cNvPr id="17" name="Picture 1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666666"/>
                </a:solidFill>
                <a:latin typeface="Calibri"/>
              </a:rPr>
              <a:t>B3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