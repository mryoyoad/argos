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takeaways. One: rigorous assessment with novel IS metric and full failure analysis. Two: production system built from scratch. Three: model performs well, 65% useful, IS runs locally. Four: clear path forward for English improvement and Arabic adaptation.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1672" cy="190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11091672" cy="960120"/>
          </a:xfrm>
          <a:prstGeom prst="roundRect">
            <a:avLst/>
          </a:prstGeom>
          <a:solidFill>
            <a:srgbClr val="152A40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554480"/>
            <a:ext cx="502920" cy="50292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029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35608"/>
            <a:ext cx="9994392" cy="74066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Rigorous assessment: 2.5× WER gap on 1,497 segments. Novel IS metric reveals 61.6% useful output (NIV Y+P), confirmed by LLM judge at 64.9%. Full failure analysis with improvement suggestions.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95728"/>
            <a:ext cx="11091672" cy="960120"/>
          </a:xfrm>
          <a:prstGeom prst="roundRect">
            <a:avLst/>
          </a:prstGeom>
          <a:solidFill>
            <a:srgbClr val="152A40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624328"/>
            <a:ext cx="502920" cy="50292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624328"/>
            <a:ext cx="5029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505456"/>
            <a:ext cx="9994392" cy="74066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Production system delivered: standalone container with professional UI, 37 bugs fixed, 8-stage pipeline, 37 tests, 8 research reports — all from a paper with no working environment.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65576"/>
            <a:ext cx="11091672" cy="960120"/>
          </a:xfrm>
          <a:prstGeom prst="roundRect">
            <a:avLst/>
          </a:prstGeom>
          <a:solidFill>
            <a:srgbClr val="152A40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694176"/>
            <a:ext cx="502920" cy="50292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694176"/>
            <a:ext cx="5029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575304"/>
            <a:ext cx="9994392" cy="74066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Model performs well: ~65% of videos produce useful output. IS metric shows high agreement with LLM judge and runs entirely on the standalone computer — no cloud dependency.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35424"/>
            <a:ext cx="11091672" cy="960120"/>
          </a:xfrm>
          <a:prstGeom prst="roundRect">
            <a:avLst/>
          </a:prstGeom>
          <a:solidFill>
            <a:srgbClr val="152A40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764024"/>
            <a:ext cx="502920" cy="50292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764024"/>
            <a:ext cx="5029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645152"/>
            <a:ext cx="9994392" cy="74066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Clear path forward: confidence scoring + N-best aggregation + LLM upgrade to improve English performance. Full plan to replicate the approach for an Arabic model in 2–3 months.</a:t>
            </a:r>
          </a:p>
        </p:txBody>
      </p:sp>
      <p:pic>
        <p:nvPicPr>
          <p:cNvPr id="20" name="Picture 19" descr="BlackLogo300x300-W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320" y="6428232"/>
            <a:ext cx="271117" cy="3200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8640" y="651052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66666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